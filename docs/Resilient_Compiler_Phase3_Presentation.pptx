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RESILIENT COMPILER WITH INTELLIGENT ERROR RECOVERY</a:t>
            </a:r>
          </a:p>
          <a:p>
            <a:pPr>
              <a:defRPr sz="2000">
                <a:solidFill>
                  <a:srgbClr val="C66B4E"/>
                </a:solidFill>
              </a:defRPr>
            </a:pPr>
            <a:r>
              <a:t>Phase 3 Final Review &amp; Technical Project Defense</a:t>
            </a:r>
          </a:p>
          <a:p>
            <a:pPr>
              <a:defRPr sz="1300">
                <a:solidFill>
                  <a:srgbClr val="77746D"/>
                </a:solidFill>
              </a:defRPr>
            </a:pPr>
            <a:r>
              <a:t>A Complete 9-Stage Fault-Tolerant Compiler Pipeline from Micro-C to x86-32 Machine Code &amp; Bytecode 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5029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66B4E"/>
                </a:solidFill>
              </a:defRPr>
            </a:pPr>
            <a:r>
              <a:t>PROJECT CANDIDATE &amp; INSTITUTION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Student: D JOSHUA DANIEL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Registration No: 24BCE0436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Degree: B.Tech Computer Science &amp; Engineering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Institution: Vellore Institute of Technology, Vellore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Course: Compiler Design Laboratory (CSE3002)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4114800"/>
            <a:ext cx="5029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A9A7B"/>
                </a:solidFill>
              </a:defRPr>
            </a:pPr>
            <a:r>
              <a:t>KEY DELIVERABLES &amp; VERIFICATION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Full 9-Stage Compiler Pipeline (C++17)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Multi-Strategy Heuristic Error Recovery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56.25% TAC Code Optimization Reduction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Real x86-32 AT&amp;T Assembly Code Generation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20/20 Automated Regression Tests Passing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Executive Summary: Project Scope &amp; Core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Complete 9-stage pipeline, intelligent error recovery, 20/20 passing tests, and warm developer studio.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Problem Statement &amp; Architectural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Traditional compilers fail fast and cascade misleading errors; Resilient Compiler heals the token stream locally.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Micro-C Language Specification &amp; Formal Grammar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Static types (int, float), expressions, control structures (if-else, while), and LL(1) EBNF grammar.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End-to-End 9-Stage Compiler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Complete pipeline: Lexer -&gt; Parser -&gt; AST -&gt; Semantics -&gt; TAC -&gt; Optimizer -&gt; Assembly -&gt; Linker -&gt; VM.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Intelligent Error Recovery Engine: 4-Stage Healing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Detection, Lookahead candidate probing, Cost-based scoring, and Stream repair with zero cascading halts.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Cost-Based Recovery Strategy Scoring &amp; Heuristics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Virtual Insertion (Cost: 1.0, HIGH), Token Deletion (Cost: 2.0, MED), Panic Mode (Cost: 5.0, LOW).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Polymorphic Abstract Syntax Tree (AST) &amp; Visitor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Strongly-typed AST node hierarchy, coordinate tracking, healed node attributes, and decoupled visitors.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Hierarchical Symbol Table &amp; Semantic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9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Multi-level scope stack (0-2), variable shadowing resolution, and strict static type checking.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Intermediate Representation: Three-Address Code (TAC)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10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Linear quadruple representation (op, arg1, arg2, res) for expressions, branches, and loop control.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Multi-Pass Code Optimization &amp;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11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Constant folding, propagation, temporary elimination, dead code elimination, 56.25% instruction reduction.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Target Code Generation: Real x86-32 AT&amp;T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12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Standard cdecl calling convention, stack frame layout (-4(%ebp)), registers (%eax, %ebx), native GCC execution.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Virtual Machine Execution Engine (VM.cpp)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13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Stack-based bytecode VM, evaluation stack, local variable slot storage, loop and arithmetic verification.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Comprehensive 20/20 Automated Regression Test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Automated test harness verifying syntax recovery, semantic rejection, optimization, assembly, and VM.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Developer Web Studio: Warm Editorial IDE &amp;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15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Warm ivory palette, Monaco code editor, interactive 2D AST graph, and live pipeline status tracker.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Phase 1 &amp; Phase 2 Audit Reconciliation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16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Formal audit reconciliation proving every original claim has been implemented and tested.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292B28"/>
                </a:solidFill>
              </a:defRPr>
            </a:pPr>
            <a:r>
              <a:t>Viva Voce Defense: Key Technical 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17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92B28"/>
                </a:solidFill>
              </a:defRPr>
            </a:pPr>
            <a:r>
              <a:t>In-depth defense on recovery heuristics, scope stack traversal, TAC vs AST, and dual backend targets.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6B4E"/>
                </a:solidFill>
              </a:defRPr>
            </a:pPr>
            <a:r>
              <a:t>RESILIENT COMPILER | PHASE 3 FINAL REVIEW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Project Conclusion &amp; Final Academic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7746D"/>
                </a:solidFill>
              </a:defRPr>
            </a:pPr>
            <a:r>
              <a:t>SLIDE 18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8FAFC"/>
                </a:solidFill>
              </a:defRPr>
            </a:pPr>
            <a:r>
              <a:t>Complete deliverables: resilientc.exe, academic report, complete explanation, web studio, 20/20 test suite.</a:t>
            </a:r>
            <a:br/>
            <a:br/>
            <a:r>
              <a:t>Official GitHub Repository:</a:t>
            </a:r>
            <a:br/>
            <a:r>
              <a:t>https://github.com/joshuadjd79-cmd/resilient-compiler-intelligent-error-recovery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