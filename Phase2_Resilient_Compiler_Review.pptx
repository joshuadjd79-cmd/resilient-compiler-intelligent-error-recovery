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COMPILER DESIGN LABORATORY PROJECT</a:t>
            </a:r>
          </a:p>
          <a:p>
            <a:pPr>
              <a:defRPr sz="4600" b="1">
                <a:solidFill>
                  <a:srgbClr val="F8FAFC"/>
                </a:solidFill>
              </a:defRPr>
            </a:pPr>
            <a:r>
              <a:t>Resilient Compiler</a:t>
            </a:r>
          </a:p>
          <a:p>
            <a:pPr>
              <a:spcAft>
                <a:spcPts val="1600"/>
              </a:spcAft>
              <a:defRPr sz="2400" b="1">
                <a:solidFill>
                  <a:srgbClr val="34D399"/>
                </a:solidFill>
              </a:defRPr>
            </a:pPr>
            <a:r>
              <a:t>Phase 2: Core Implementation Review</a:t>
            </a:r>
          </a:p>
          <a:p>
            <a:pPr>
              <a:spcAft>
                <a:spcPts val="3600"/>
              </a:spcAft>
              <a:defRPr sz="1500">
                <a:solidFill>
                  <a:srgbClr val="94A3B8"/>
                </a:solidFill>
              </a:defRPr>
            </a:pPr>
            <a:r>
              <a:t>A Fault-Tolerant Compiler Pipeline with Multi-Strategy Lookahead Recovery &amp; AST Construction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D JOSHUA DANIEL   |   REG NO: 24BCE0436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583680" cy="42976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035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Why Resilient Compilation?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Core Philosophy: Focuses on intelligent compiler behavior following syntax error detection rather than terminating execution immediately.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Non-Fatal Processing: Instead of aborting at the first error, the parser strategically heals the token stream and continues parsing down to the end of the file.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Multi-Error Diagnostic: Surfaces all structural errors in a single compilation pass, significantly improving developer debugging turnaround time.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Primary Goal for Phase 2: Implement an end-to-end recoverable pipeline from lexical scanning through AST construction and diagnostic audit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645920"/>
            <a:ext cx="38404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82880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34D399"/>
                </a:solidFill>
              </a:defRPr>
            </a:pPr>
            <a:r>
              <a:t>Core Modules Built in Phase 2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✔  Lexical Analyzer (Regex Tokenizer)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✔  Predictive Recursive-Descent Parser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✔  Polymorphic Abstract Syntax Tree (AST)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✔  Centralized Recovery Manager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✔  Cost-Based Heuristic Scorer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✔  Automated Diagnostic Audit Logger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2976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BBF24"/>
                </a:solidFill>
              </a:defRPr>
            </a:pPr>
            <a:r>
              <a:t>THE PROBLEM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Conventional Parsers Fail Fast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Standard non-resilient parsers abort immediately on the first syntax anomaly (e.g., standard GCC/Clang cascade or bail-out behavior).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2976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43F5E"/>
                </a:solidFill>
              </a:defRPr>
            </a:pPr>
            <a:r>
              <a:t>WHY IT HURTS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Poor Developer Ergonomics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Forces repetitive edit-compile-debug cycles since developers only discover one error per build. Cascading error floods cause false alarms.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2976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WHAT WE BUILT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Resilient Multi-Error Pipeline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Detects syntax mismatches, evaluates minimal-cost corrections, logs explicit repair rationales, and successfully parses downstream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Phase 2 Core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92224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0F19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55648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Lexical Tokenization: </a:t>
            </a:r>
            <a:r>
              <a:rPr b="0">
                <a:solidFill>
                  <a:srgbClr val="94A3B8"/>
                </a:solidFill>
              </a:rPr>
              <a:t>Accurately recognize keywords, identifiers, types (int, float), literals, and operators with exact coordinate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660904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0F19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24328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Grammar &amp; Expression Parsing: </a:t>
            </a:r>
            <a:r>
              <a:rPr b="0">
                <a:solidFill>
                  <a:srgbClr val="94A3B8"/>
                </a:solidFill>
              </a:rPr>
              <a:t>Parse variable declarations, assignments, arithmetic/relational expressions, and control structures (if-else, while).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529584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0F19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93008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Hierarchical AST Construction: </a:t>
            </a:r>
            <a:r>
              <a:rPr b="0">
                <a:solidFill>
                  <a:srgbClr val="94A3B8"/>
                </a:solidFill>
              </a:rPr>
              <a:t>Build an immutable, strongly-typed tree representation preserving complete statement semantics despite syntax repairs.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59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398263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0F19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61687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Multi-Strategy Error Recovery: </a:t>
            </a:r>
            <a:r>
              <a:rPr b="0">
                <a:solidFill>
                  <a:srgbClr val="94A3B8"/>
                </a:solidFill>
              </a:rPr>
              <a:t>Implement and benchmark three distinct recovery strategies: Virtual Insertion, Token Deletion, and Panic Synchronization.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266944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0F19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230368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Diagnostic Audit Reporting: </a:t>
            </a:r>
            <a:r>
              <a:rPr b="0">
                <a:solidFill>
                  <a:srgbClr val="94A3B8"/>
                </a:solidFill>
              </a:rPr>
              <a:t>Generate structured recovery reports detailing repair actions, coordinates, incurred costs, and confidence levels.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System Architecture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645920" cy="29260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463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8BDF8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</a:defRPr>
            </a:pPr>
            <a:r>
              <a:t>Source Code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Raw input file or text buffer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2011680"/>
            <a:ext cx="1645920" cy="29260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2194560"/>
            <a:ext cx="1463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8BDF8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</a:defRPr>
            </a:pPr>
            <a:r>
              <a:t>Lexer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Regex-based scanner producing Token 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2011680"/>
            <a:ext cx="1645920" cy="29260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4" y="2194560"/>
            <a:ext cx="1463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</a:defRPr>
            </a:pPr>
            <a:r>
              <a:t>Recursive-Descent Parser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Grammar matching with lookahead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2011680"/>
            <a:ext cx="1645920" cy="29260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5" y="2194560"/>
            <a:ext cx="1463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BBF24"/>
                </a:solidFill>
              </a:defRPr>
            </a:pPr>
            <a:r>
              <a:t>STEP 04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</a:defRPr>
            </a:pPr>
            <a:r>
              <a:t>Recovery Manager + Scorer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Arbitrates Insertion, Deletion, and Panic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2011680"/>
            <a:ext cx="1645920" cy="29260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2194560"/>
            <a:ext cx="1463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C084FC"/>
                </a:solidFill>
              </a:defRPr>
            </a:pPr>
            <a:r>
              <a:t>STEP 05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</a:defRPr>
            </a:pPr>
            <a:r>
              <a:t>Abstract Syntax Tree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Strongly-typed node hierarchy (AST)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011680"/>
            <a:ext cx="1645920" cy="29260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2194560"/>
            <a:ext cx="1463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</a:defRPr>
            </a:pPr>
            <a:r>
              <a:t>STEP 06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</a:defRPr>
            </a:pPr>
            <a:r>
              <a:t>Recovery Audit Report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Diagnostic report with costs &amp; rationales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Architectural Highlight: </a:t>
            </a:r>
            <a:r>
              <a:rPr b="0">
                <a:solidFill>
                  <a:srgbClr val="F8FAFC"/>
                </a:solidFill>
              </a:rPr>
              <a:t>The Recovery Engine acts as an intelligent middleware between grammar expectations and incoming tokens, ensuring that AST construction continues uninterrupted.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Implemented Modules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Lexer (Lexer.cpp)  —  </a:t>
            </a:r>
            <a:r>
              <a:rPr b="1">
                <a:solidFill>
                  <a:srgbClr val="F8FAFC"/>
                </a:solidFill>
              </a:rPr>
              <a:t>Deterministic Tokenization: </a:t>
            </a:r>
            <a:r>
              <a:rPr b="0">
                <a:solidFill>
                  <a:srgbClr val="94A3B8"/>
                </a:solidFill>
              </a:rPr>
              <a:t>Scans character stream; tokenizes keywords (int, float, if, while, print), identifiers, numbers, operators; tracks line and column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2432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Parser (Parser.cpp)  —  </a:t>
            </a:r>
            <a:r>
              <a:rPr b="1">
                <a:solidFill>
                  <a:srgbClr val="F8FAFC"/>
                </a:solidFill>
              </a:rPr>
              <a:t>Predictive Recursive-Descent: </a:t>
            </a:r>
            <a:r>
              <a:rPr b="0">
                <a:solidFill>
                  <a:srgbClr val="94A3B8"/>
                </a:solidFill>
              </a:rPr>
              <a:t>Validates program structure against LL(1)-style productions; intercepts mismatched tokens and queries the Recovery Manager before failing.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9300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84FC"/>
                </a:solidFill>
              </a:defRPr>
            </a:pPr>
            <a:r>
              <a:t>AST (AST.cpp)  —  </a:t>
            </a:r>
            <a:r>
              <a:rPr b="1">
                <a:solidFill>
                  <a:srgbClr val="F8FAFC"/>
                </a:solidFill>
              </a:rPr>
              <a:t>Polymorphic Hierarchy: </a:t>
            </a:r>
            <a:r>
              <a:rPr b="0">
                <a:solidFill>
                  <a:srgbClr val="94A3B8"/>
                </a:solidFill>
              </a:rPr>
              <a:t>Stores program constructs as structured nodes (ProgramNode, VarDeclNode, IfNode, WhileNode, BinaryExpr); implements pretty-printing visitor.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59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61687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Recovery Manager (RecoveryManager.cpp)  —  </a:t>
            </a:r>
            <a:r>
              <a:rPr b="1">
                <a:solidFill>
                  <a:srgbClr val="F8FAFC"/>
                </a:solidFill>
              </a:rPr>
              <a:t>Centralized Healing Hub: </a:t>
            </a:r>
            <a:r>
              <a:rPr b="0">
                <a:solidFill>
                  <a:srgbClr val="94A3B8"/>
                </a:solidFill>
              </a:rPr>
              <a:t>Coordinates repair strategies; executes virtual token synthesis, stream deletion, and synchronizing set skips; generates formatted audit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3036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Cost Scorer (RecoveryScorer.cpp)  —  </a:t>
            </a:r>
            <a:r>
              <a:rPr b="1">
                <a:solidFill>
                  <a:srgbClr val="F8FAFC"/>
                </a:solidFill>
              </a:rPr>
              <a:t>Multi-Strategy Arbitration: </a:t>
            </a:r>
            <a:r>
              <a:rPr b="0">
                <a:solidFill>
                  <a:srgbClr val="94A3B8"/>
                </a:solidFill>
              </a:rPr>
              <a:t>Quantifies recovery cost and confidence metrics for each candidate action to pick the least disruptive repair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How Error Recovery Operates (4-Stage Cycle)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14600" cy="411480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Mismatch Detection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Parser expects token T (e.g., semicolon, closing parenthesis), but encounters unexpected token or EOF.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514600" cy="411480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BBF24"/>
                </a:solidFill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Candidate Probing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Lookahead window probes candidate fixes: Can we insert missing T? Can we delete the bad token? Or must we synchronize?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514600" cy="411480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34D399"/>
                </a:solidFill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Cost Evaluation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Cost scorer assigns penalty scores (Insertion: 1, Deletion: 2, Panic: 5) and confidence levels to determine best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514600" cy="411480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01168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C084FC"/>
                </a:solidFill>
              </a:defRPr>
            </a:pPr>
            <a:r>
              <a:t>04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Stream Healing &amp; Log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Virtual token injected or bad token dropped; action logged to audit table; parsing resumes immediately with zero crash.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Recovery Strategies &amp; Concrete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4D399"/>
                </a:solidFill>
              </a:defRPr>
            </a:pPr>
            <a:r>
              <a:t>Insertion Strategy   </a:t>
            </a:r>
            <a:r>
              <a:rPr sz="1200">
                <a:solidFill>
                  <a:srgbClr val="94A3B8"/>
                </a:solidFill>
              </a:rPr>
              <a:t>[Cost: 1 | Confidence: HIGH]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Mechanism: Synthesizes an expected token without consuming the input stream. Highly effective when the following token is a valid statement starter or block delimiter.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• Example: Missing ';': 'int x = 10 \n print x;' -&gt; Injects virtual semicolon without skipping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BBF24"/>
                </a:solidFill>
              </a:defRPr>
            </a:pPr>
            <a:r>
              <a:t>Deletion Strategy   </a:t>
            </a:r>
            <a:r>
              <a:rPr sz="1200">
                <a:solidFill>
                  <a:srgbClr val="94A3B8"/>
                </a:solidFill>
              </a:rPr>
              <a:t>[Cost: 2 | Confidence: MEDIUM]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Mechanism: Discards an extraneous, invalid, or redundant token that violates current grammar, then retries parsing the current production.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• Example: Extra ';': 'float y = 25;;' -&gt; Discards redundant second semicolon and continues.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3258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0060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43F5E"/>
                </a:solidFill>
              </a:defRPr>
            </a:pPr>
            <a:r>
              <a:t>Panic-Mode Strategy   </a:t>
            </a:r>
            <a:r>
              <a:rPr sz="1200">
                <a:solidFill>
                  <a:srgbClr val="94A3B8"/>
                </a:solidFill>
              </a:rPr>
              <a:t>[Cost: 5 | Confidence: LOW]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Mechanism: Discards tokens sequentially until a predefined synchronizing token (;, }, EOF) is reached, ensuring guaranteed non-blocking recovery.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• Example: Malformed Expression: 'if (???) { ... }' -&gt; Skips corrupt clause to safe block start.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Cost-Based Strategy Scoring Heuristics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34D399"/>
                </a:solidFill>
              </a:defRPr>
            </a:pPr>
            <a:r>
              <a:t>COST: 1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</a:defRPr>
            </a:pPr>
            <a:r>
              <a:t>Virtual Insertion</a:t>
            </a:r>
          </a:p>
          <a:p>
            <a:pPr>
              <a:spcAft>
                <a:spcPts val="1000"/>
              </a:spcAft>
              <a:defRPr sz="1100" b="1">
                <a:solidFill>
                  <a:srgbClr val="34D399"/>
                </a:solidFill>
              </a:defRPr>
            </a:pPr>
            <a:r>
              <a:t>HIGH CONFIDENCE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Synthesizing expected delimiters causes minimal disruption to following AST structures.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9260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BBF24"/>
                </a:solidFill>
              </a:defRPr>
            </a:pPr>
            <a:r>
              <a:t>COST: 2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</a:defRPr>
            </a:pPr>
            <a:r>
              <a:t>Token Deletion</a:t>
            </a:r>
          </a:p>
          <a:p>
            <a:pPr>
              <a:spcAft>
                <a:spcPts val="1000"/>
              </a:spcAft>
              <a:defRPr sz="1100" b="1">
                <a:solidFill>
                  <a:srgbClr val="FBBF24"/>
                </a:solidFill>
              </a:defRPr>
            </a:pPr>
            <a:r>
              <a:t>MEDIUM CONFIDENCE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Discarding a token loses potential program intent but resolves duplicate tokens cleanly.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9260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2880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43F5E"/>
                </a:solidFill>
              </a:defRPr>
            </a:pPr>
            <a:r>
              <a:t>COST: 5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</a:defRPr>
            </a:pPr>
            <a:r>
              <a:t>Panic Synchronization</a:t>
            </a:r>
          </a:p>
          <a:p>
            <a:pPr>
              <a:spcAft>
                <a:spcPts val="1000"/>
              </a:spcAft>
              <a:defRPr sz="1100" b="1">
                <a:solidFill>
                  <a:srgbClr val="F43F5E"/>
                </a:solidFill>
              </a:defRPr>
            </a:pPr>
            <a:r>
              <a:t>LOW CONFIDENCE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Skipping arbitrary tokens is a defensive fallback to prevent parser divergence.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728655" cy="12801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Mathematical Heuristic Model: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Cost Function: Strategy Cost = BaseCost(Strategy) + TokenPenalty(Type) + LookaheadPenalty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Decision Rule: The Recovery Manager picks argmin(Cost) to ensure minimal disruption to AST hierarchy.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Working Demonstration: Multi-Error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2976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Input Source (4 Syntax Errors):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int a = ;          // Error 1: Missing expression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float b = 25;;     // Error 2: Redundant semicolon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if (b &gt; 10 {       // Error 3: Missing ')' delimiter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    b = b + 5;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    a = 99         // Error 4: Missing statement ';'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while (a &gt; 0) {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    a = a - 1;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2976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Generated Recovery Audit Report: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✔ [1] [INSERTION] Inserted default '0'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 Cost: 2 | Conf: MEDIUM | Injected literal '0'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✔ [2] [DELETION] Deleted token ';'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 Cost: 1 | Conf: HIGH   | Discarded duplicate ';'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✔ [3] [INSERTION] Inserted ')'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 Cost: 1 | Conf: HIGH   | Restored ')' before '{'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✔ [4] [INSERTION] Inserted ';'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 Cost: 1 | Conf: HIGH   | Restored ';' before '}'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✔ Result: AST 100% Intact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 All statements parsed and AST rendered successfully!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Empirical Test Suite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TEST #01: Missing Semicolon Recovery   </a:t>
            </a:r>
            <a:r>
              <a:rPr b="1">
                <a:solidFill>
                  <a:srgbClr val="34D399"/>
                </a:solidFill>
              </a:rPr>
              <a:t>[PASSED]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Input: Missing ';' after statement  |  Action: Synthesizes virtual ';' via lookahead  |  Result: 100% Clean AST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2432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TEST #02: Redundant Delimiter Handling   </a:t>
            </a:r>
            <a:r>
              <a:rPr b="1">
                <a:solidFill>
                  <a:srgbClr val="34D399"/>
                </a:solidFill>
              </a:rPr>
              <a:t>[PASSED]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Input: Extraneous ';;' or duplicate tokens  |  Action: Discards bad token; continues line  |  Result: Single token deleted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9300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TEST #03: Missing Delimiter in If/While   </a:t>
            </a:r>
            <a:r>
              <a:rPr b="1">
                <a:solidFill>
                  <a:srgbClr val="34D399"/>
                </a:solidFill>
              </a:rPr>
              <a:t>[PASSED]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Input: Unclosed condition: 'if (x &gt; 5 {'  |  Action: Synthesizes missing ')' before block  |  Result: Condition tree valid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59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61687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TEST #04: Multiple Compound Errors   </a:t>
            </a:r>
            <a:r>
              <a:rPr b="1">
                <a:solidFill>
                  <a:srgbClr val="34D399"/>
                </a:solidFill>
              </a:rPr>
              <a:t>[PASSED]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Input: 4 mixed errors in 8 lines  |  Action: Applies sequential scored repairs  |  Result: All 4 errors healed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728655" cy="749808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3036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TEST #05: Valid Canonical Programs   </a:t>
            </a:r>
            <a:r>
              <a:rPr b="1">
                <a:solidFill>
                  <a:srgbClr val="34D399"/>
                </a:solidFill>
              </a:rPr>
              <a:t>[PASSED]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Input: Fibonacci loop, complex arithmetic  |  Action: Zero recovery actions invoked  |  Result: Clean AST &amp; 0 cost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Novelty &amp; Key Technical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</a:defRPr>
            </a:pPr>
            <a:r>
              <a:t>•  Multi-Strategy Lookahead Synthesis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Unlike naive compilers that only offer panic-mode skips, our architecture evaluates both synthetic insertion and selective deletion before falling back to panic synchronization.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4D399"/>
                </a:solidFill>
              </a:defRPr>
            </a:pPr>
            <a:r>
              <a:t>•  Transparent Diagnostic Audit Trail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Every single recovery decision records source coordinates, action category, incurred cost, confidence metric, and exact grammatical rationale for complete auditability.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BBF24"/>
                </a:solidFill>
              </a:defRPr>
            </a:pPr>
            <a:r>
              <a:t>•  Cascade-Free Grammar Healing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Prevents spurious secondary error cascading by verifying candidate repairs against grammar follow-sets before committal.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084FC"/>
                </a:solidFill>
              </a:defRPr>
            </a:pPr>
            <a:r>
              <a:t>•  Decoupled Modular C++17 Design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Separates grammar parsing, AST generation, and error recovery scoring into clean, extensible interfaces with zero circular header baggage.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Technical Challenges Encountered &amp;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</a:defRPr>
            </a:pPr>
            <a:r>
              <a:t>✔  Challenge: Circular Header Dependencies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The Parser required RecoveryManager, while RecoveryManager needed Parser state and AST types. Solved through forward declarations, dedicated recovery interface headers, and clean compilation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BF24"/>
                </a:solidFill>
              </a:defRPr>
            </a:pPr>
            <a:r>
              <a:t>✔  Challenge: Preventing Parser Infinite Loops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Incorrect recovery insertion can cause the recursive parser to endlessly inspect the same position. Solved by guaranteeing monotonic token stream advancement on repeated lookahead mismatches.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4D399"/>
                </a:solidFill>
              </a:defRPr>
            </a:pPr>
            <a:r>
              <a:t>✔  Challenge: State Corruption During AST Construction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Inserting virtual tokens risked corrupting parent node pointers. Solved by decoupling node synthesis from stream manipulation, ensuring every AST node receives a valid synthesized child.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C084FC"/>
                </a:solidFill>
              </a:defRPr>
            </a:pPr>
            <a:r>
              <a:t>✔  Challenge: Real-Time Diagnostic Exposition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Parsing logs can easily overwhelm terminal outputs. Solved by building structured recovery tables that translate raw recovery events into human-readable cards.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Phase 2 Scope &amp; Current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2976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Fixed Cost Weightings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Current Phase 2 weights (Insertion=1, Deletion=2, Panic=5) are heuristic constants rather than dynamically learned weights based on nesting level or scope depth.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2976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43F5E"/>
                </a:solidFill>
              </a:defRPr>
            </a:pPr>
            <a:r>
              <a:t>Pathological Error Edge Cases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Severe multi-token corruption inside deeply nested expressions may require panic synchronization rather than localized surgical repairs.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2976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38BDF8"/>
                </a:solidFill>
              </a:defRPr>
            </a:pPr>
            <a:r>
              <a:t>Downstream Pipeline Boundaries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Phase 2 scope deliberately centers on Lexing, Parsing, and Error Recovery. Semantic type checking, intermediate code (TAC), and bytecode generation are reserved for Phase 3/4.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Project Roadmap &amp; Upcoming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</a:defRPr>
            </a:pPr>
            <a:r>
              <a:t>Phase 3A: Semantic Analysis &amp; Symbol Table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Implement scoped symbol tables, type checking (int vs. float compatibility), and detection of undeclared variables.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4D399"/>
                </a:solidFill>
              </a:defRPr>
            </a:pPr>
            <a:r>
              <a:t>Phase 3B: Dynamic Recovery Tuning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Tune recovery cost weights dynamically based on expression nesting level and distance to synchronizing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BBF24"/>
                </a:solidFill>
              </a:defRPr>
            </a:pPr>
            <a:r>
              <a:t>Phase 4A: Three-Address Code (TAC) &amp; IR Optimization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Generate linear TAC representations with constant folding, constant propagation, and dead code elimination.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084FC"/>
                </a:solidFill>
              </a:defRPr>
            </a:pPr>
            <a:r>
              <a:t>Phase 4B: Target Bytecode &amp; Virtual Machine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Lower TAC into compact stack instructions and execute programs on a custom C++ Virtual Machine.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RESILIENT COMPILER | PHASE 2: CORE IMPLEMENTATION REVIEW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Conclusion &amp; Project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2976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669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Phase 2 Deliverables Summary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 Core compilation pipeline (Lexer, Recursive-Descent Parser, and AST) fully functional in C++17.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 Intelligent multi-strategy error recovery engine successfully restores syntax and continues parsing without crashing.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 Transparent cost-based scorer generates actionable diagnostic audit reports for developers.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 Verified against an automated test suite with 100% test pass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42062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38BDF8"/>
                </a:solidFill>
              </a:defRPr>
            </a:pPr>
            <a:r>
              <a:t>PROJECT REPOSITORY &amp; DEMO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GitHub Repository:</a:t>
            </a:r>
          </a:p>
          <a:p>
            <a:pPr>
              <a:spcAft>
                <a:spcPts val="1200"/>
              </a:spcAft>
              <a:defRPr sz="1100">
                <a:solidFill>
                  <a:srgbClr val="38BDF8"/>
                </a:solidFill>
              </a:defRPr>
            </a:pPr>
            <a:r>
              <a:t>https://github.com/joshuadjd79-cmd/</a:t>
            </a:r>
            <a:br/>
            <a:r>
              <a:t>resilient-compiler-intelligent-error-recovery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Live Interactive Web IDE:</a:t>
            </a:r>
          </a:p>
          <a:p>
            <a:pPr>
              <a:spcAft>
                <a:spcPts val="1800"/>
              </a:spcAft>
              <a:defRPr sz="1100">
                <a:solidFill>
                  <a:srgbClr val="34D399"/>
                </a:solidFill>
              </a:defRPr>
            </a:pPr>
            <a:r>
              <a:t>https://joshuadjd79-cmd.github.io/</a:t>
            </a:r>
            <a:br/>
            <a:r>
              <a:t>resilient-compiler-intelligent-error-recovery/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D JOSHUA DANIEL</a:t>
            </a:r>
            <a:br/>
            <a:r>
              <a:t>REG NO: 24BCE0436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